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70" r:id="rId12"/>
    <p:sldId id="266" r:id="rId13"/>
    <p:sldId id="262" r:id="rId14"/>
    <p:sldId id="268" r:id="rId15"/>
    <p:sldId id="269" r:id="rId16"/>
    <p:sldId id="271" r:id="rId17"/>
    <p:sldId id="272" r:id="rId18"/>
    <p:sldId id="274" r:id="rId19"/>
    <p:sldId id="275" r:id="rId20"/>
    <p:sldId id="273" r:id="rId21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29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BC72F-58FF-4B16-B474-F86ABBC04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73E513-0205-4C21-BAB8-C7149BBF0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E5CEA9-A2F4-40D2-9D14-5927FE16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8974-10F4-4ECF-ACF6-39159927130A}" type="datetimeFigureOut">
              <a:rPr lang="es-CR" smtClean="0"/>
              <a:t>29/01/2026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F16234-301E-4251-A409-35939019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1DAA4E-D606-46A4-B45E-9DF80BB1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200D-56C5-4518-AA4A-90016BF6FCF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43567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84167-D348-4C58-9427-42F79C15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DE7868-C958-4A46-9C8C-4B429C43B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C5871E-5BD3-4F21-8834-371E3EC10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8974-10F4-4ECF-ACF6-39159927130A}" type="datetimeFigureOut">
              <a:rPr lang="es-CR" smtClean="0"/>
              <a:t>29/01/2026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FBDA95-BA0A-4F8B-AD01-B39C16506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894628-650A-4066-A6BA-6841056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200D-56C5-4518-AA4A-90016BF6FCF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867119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25D40-9D69-48B3-8482-763049356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7EC674-DEB7-4D0E-A619-2F5A89603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FFEEBE-BEB6-4199-A512-0DA2E5621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8974-10F4-4ECF-ACF6-39159927130A}" type="datetimeFigureOut">
              <a:rPr lang="es-CR" smtClean="0"/>
              <a:t>29/01/2026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78E787-3999-41A5-AC2B-CF9DAC460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9E883C-030A-434E-B53E-E8B90859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200D-56C5-4518-AA4A-90016BF6FCF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69956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82869-DA76-427D-8839-8D17A845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C1DE32-E4DD-4CC5-8782-5A2BA9C5B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C0385D-A28C-460D-9505-7D467C05E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0D015B-2FDF-4E3D-93A2-E1E9284C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8974-10F4-4ECF-ACF6-39159927130A}" type="datetimeFigureOut">
              <a:rPr lang="es-CR" smtClean="0"/>
              <a:t>29/01/2026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104360-BEC0-4BF9-90F9-D92B50785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E9991A-AB63-49B7-98F8-978C182D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200D-56C5-4518-AA4A-90016BF6FCF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7333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B964E-F806-4342-BC9D-E5C20BCCB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41833A-376D-47FB-8386-007BF3F37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589FD9-3558-4D2E-BAAC-B09C95252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7E3EA98-46B2-4F37-840C-287C5D86E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CB55F5C-2C8A-4814-82D4-E4CCC58BC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02C2A3F-1EA3-4D0D-9F46-92BA22B40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8974-10F4-4ECF-ACF6-39159927130A}" type="datetimeFigureOut">
              <a:rPr lang="es-CR" smtClean="0"/>
              <a:t>29/01/2026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EEFC7ED-DC91-48C4-B7C9-FE8FCC7CD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E4830D5-0535-4E06-9145-7F3B812A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200D-56C5-4518-AA4A-90016BF6FCF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799469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885E0-B10B-46A7-AE5E-EDF27B5C9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7C10BA-4526-4218-9658-67A5A876D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8974-10F4-4ECF-ACF6-39159927130A}" type="datetimeFigureOut">
              <a:rPr lang="es-CR" smtClean="0"/>
              <a:t>29/01/2026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E6663B-A497-486A-B5DB-A78188740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52E66D9-F08A-4AA5-AD94-E93BA6B3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200D-56C5-4518-AA4A-90016BF6FCF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2890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D343A8B-7A0D-49DB-B706-1F6AAE904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8974-10F4-4ECF-ACF6-39159927130A}" type="datetimeFigureOut">
              <a:rPr lang="es-CR" smtClean="0"/>
              <a:t>29/01/2026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0EAA390-9061-430D-8CC3-100E6B1AE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618926-0689-4BB1-ABD9-FA91381C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200D-56C5-4518-AA4A-90016BF6FCF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30344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92F60-F021-49E5-9827-020395ED5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DFDA74-7372-42F0-B1D3-83EF065B1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2552EA-0093-400D-80A5-09B497C5E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FB7457-9FD0-490A-B8BC-88E62E228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8974-10F4-4ECF-ACF6-39159927130A}" type="datetimeFigureOut">
              <a:rPr lang="es-CR" smtClean="0"/>
              <a:t>29/01/2026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368BA4-FF3E-405D-A809-6C6E8EA8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D557F4-67AF-4AF0-92BC-FC736563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200D-56C5-4518-AA4A-90016BF6FCF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1688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76EB3-D651-4EA9-B0EE-28D668057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61DF2D-008F-4CF5-BD64-287C240D12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1C1CAF-8334-429A-89DE-E16DE5358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D1874F-1760-4A7C-AF4D-EBB517958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8974-10F4-4ECF-ACF6-39159927130A}" type="datetimeFigureOut">
              <a:rPr lang="es-CR" smtClean="0"/>
              <a:t>29/01/2026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CEECD1-2622-446C-800D-352DCE7BB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D6EAB4-6512-43BB-BAD0-F6898637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200D-56C5-4518-AA4A-90016BF6FCF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2859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7A32D-7AE2-41DB-88BB-8747B8F48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901590-88E2-43A8-AF34-19384998A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AC2C4F-1BF3-4552-865C-0CF6662F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8974-10F4-4ECF-ACF6-39159927130A}" type="datetimeFigureOut">
              <a:rPr lang="es-CR" smtClean="0"/>
              <a:t>29/01/2026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253800-F71F-4677-8774-8E7294396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345023-2CC4-4885-B848-CABCEB09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200D-56C5-4518-AA4A-90016BF6FCF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06648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91C769-CCFE-40C2-A698-48555140F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66FB08-C78A-433F-8D33-B60BC9B80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6B8121-3081-4622-8B2A-D4EF7CC69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8974-10F4-4ECF-ACF6-39159927130A}" type="datetimeFigureOut">
              <a:rPr lang="es-CR" smtClean="0"/>
              <a:t>29/01/2026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14706C-71A1-4557-8568-07756E30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870ED5-6865-465B-A58C-5D41534F9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200D-56C5-4518-AA4A-90016BF6FCF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5122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A6A0442-ABF8-4AF3-9E65-ED6639CFB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4ACAB5-9106-46E4-87E7-934CCBC85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57BBD4-905B-425E-8E21-7993C7B74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08974-10F4-4ECF-ACF6-39159927130A}" type="datetimeFigureOut">
              <a:rPr lang="es-CR" smtClean="0"/>
              <a:t>29/01/2026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D0DD71-BDA3-404E-849D-68862EEA9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464418-2E62-4878-ABF0-E2E1AAAFF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2200D-56C5-4518-AA4A-90016BF6FCF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96454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9BA36AD-4EA6-4B95-A118-600319642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21673" cy="6858000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2D5EE8C-9DAC-435E-AA9F-CE7E3580B57F}"/>
              </a:ext>
            </a:extLst>
          </p:cNvPr>
          <p:cNvCxnSpPr>
            <a:cxnSpLocks/>
          </p:cNvCxnSpPr>
          <p:nvPr/>
        </p:nvCxnSpPr>
        <p:spPr>
          <a:xfrm>
            <a:off x="818147" y="6192253"/>
            <a:ext cx="2261937" cy="20052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B870590-F9B5-4B19-8319-EFA9C9D0733B}"/>
              </a:ext>
            </a:extLst>
          </p:cNvPr>
          <p:cNvCxnSpPr>
            <a:cxnSpLocks/>
          </p:cNvCxnSpPr>
          <p:nvPr/>
        </p:nvCxnSpPr>
        <p:spPr>
          <a:xfrm flipH="1">
            <a:off x="829867" y="6192253"/>
            <a:ext cx="2261937" cy="20052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E01EC71-D9D0-4CFC-8B4D-95F40243EB54}"/>
              </a:ext>
            </a:extLst>
          </p:cNvPr>
          <p:cNvSpPr txBox="1"/>
          <p:nvPr/>
        </p:nvSpPr>
        <p:spPr>
          <a:xfrm>
            <a:off x="9234067" y="248652"/>
            <a:ext cx="1494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*Al minimizar se sale</a:t>
            </a:r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28D7C789-908E-4E88-9532-834134B5D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229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3" name="CuadroTexto 52">
            <a:extLst>
              <a:ext uri="{FF2B5EF4-FFF2-40B4-BE49-F238E27FC236}">
                <a16:creationId xmlns:a16="http://schemas.microsoft.com/office/drawing/2014/main" id="{2CE83A32-2738-428B-A684-FEE86EE94CAA}"/>
              </a:ext>
            </a:extLst>
          </p:cNvPr>
          <p:cNvSpPr txBox="1"/>
          <p:nvPr/>
        </p:nvSpPr>
        <p:spPr>
          <a:xfrm>
            <a:off x="9261126" y="2374232"/>
            <a:ext cx="14679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*Letra muy pequeña</a:t>
            </a: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995F1E54-83E5-4295-AD7F-0125A3285DB9}"/>
              </a:ext>
            </a:extLst>
          </p:cNvPr>
          <p:cNvSpPr/>
          <p:nvPr/>
        </p:nvSpPr>
        <p:spPr>
          <a:xfrm>
            <a:off x="7379369" y="5751095"/>
            <a:ext cx="705852" cy="2165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0A0083F-B113-4AD4-8BDF-2B371D2827EA}"/>
              </a:ext>
            </a:extLst>
          </p:cNvPr>
          <p:cNvSpPr txBox="1"/>
          <p:nvPr/>
        </p:nvSpPr>
        <p:spPr>
          <a:xfrm>
            <a:off x="9241943" y="5745215"/>
            <a:ext cx="8189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*Recursos</a:t>
            </a:r>
          </a:p>
        </p:txBody>
      </p:sp>
    </p:spTree>
    <p:extLst>
      <p:ext uri="{BB962C8B-B14F-4D97-AF65-F5344CB8AC3E}">
        <p14:creationId xmlns:p14="http://schemas.microsoft.com/office/powerpoint/2010/main" val="2189084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CF6368-5CFC-4D46-BE21-D10ACFF64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50733" cy="685800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D5FE804D-19D6-4F9F-9351-244AA6CDA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6949183E-8CE2-41D8-82FC-31D880EBF189}"/>
              </a:ext>
            </a:extLst>
          </p:cNvPr>
          <p:cNvSpPr txBox="1"/>
          <p:nvPr/>
        </p:nvSpPr>
        <p:spPr>
          <a:xfrm>
            <a:off x="9259253" y="1345394"/>
            <a:ext cx="1881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*Letra demasiado pequeña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EDA44A1-6DDE-458C-BBFA-2385BD5F611F}"/>
              </a:ext>
            </a:extLst>
          </p:cNvPr>
          <p:cNvSpPr/>
          <p:nvPr/>
        </p:nvSpPr>
        <p:spPr>
          <a:xfrm>
            <a:off x="6096000" y="569495"/>
            <a:ext cx="1756611" cy="3449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9675A1A-62D1-4271-9E7D-E9207DECE094}"/>
              </a:ext>
            </a:extLst>
          </p:cNvPr>
          <p:cNvSpPr txBox="1"/>
          <p:nvPr/>
        </p:nvSpPr>
        <p:spPr>
          <a:xfrm>
            <a:off x="9259253" y="603447"/>
            <a:ext cx="2077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*centrar texto del encabezado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25AA6EC6-AF47-4F1A-A6C3-F861CEBB045B}"/>
              </a:ext>
            </a:extLst>
          </p:cNvPr>
          <p:cNvSpPr/>
          <p:nvPr/>
        </p:nvSpPr>
        <p:spPr>
          <a:xfrm>
            <a:off x="6617368" y="1311442"/>
            <a:ext cx="826169" cy="3449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799552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EB39C76-7027-42AD-AAFC-5188582F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40399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7038FD8-49B7-43A2-A97A-84AE515AEF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29D8816-E6AB-4F07-815B-39DD28E5EF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73" y="3429001"/>
            <a:ext cx="1581627" cy="3429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B83810A-8B90-4C97-9587-D2B8E205DD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73" y="-1"/>
            <a:ext cx="1581627" cy="3429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680F921-309B-468C-AFB3-3B776B1748D4}"/>
              </a:ext>
            </a:extLst>
          </p:cNvPr>
          <p:cNvSpPr txBox="1"/>
          <p:nvPr/>
        </p:nvSpPr>
        <p:spPr>
          <a:xfrm>
            <a:off x="7237042" y="3505200"/>
            <a:ext cx="1630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*Costa Rica no aparece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EED085A-D547-466D-9FE7-BB552E4531EA}"/>
              </a:ext>
            </a:extLst>
          </p:cNvPr>
          <p:cNvCxnSpPr>
            <a:stCxn id="10" idx="3"/>
          </p:cNvCxnSpPr>
          <p:nvPr/>
        </p:nvCxnSpPr>
        <p:spPr>
          <a:xfrm>
            <a:off x="8867104" y="3643700"/>
            <a:ext cx="1832980" cy="63152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2C1C4038-B775-4099-AB61-A6FA5A0AC8B8}"/>
              </a:ext>
            </a:extLst>
          </p:cNvPr>
          <p:cNvSpPr/>
          <p:nvPr/>
        </p:nvSpPr>
        <p:spPr>
          <a:xfrm>
            <a:off x="6096000" y="360947"/>
            <a:ext cx="1756611" cy="3449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76F1258-0C59-4C68-A72A-90BDEA167F76}"/>
              </a:ext>
            </a:extLst>
          </p:cNvPr>
          <p:cNvSpPr/>
          <p:nvPr/>
        </p:nvSpPr>
        <p:spPr>
          <a:xfrm>
            <a:off x="6609348" y="1188985"/>
            <a:ext cx="729916" cy="3449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230C51F-A7EB-4E17-A309-725EB27061F4}"/>
              </a:ext>
            </a:extLst>
          </p:cNvPr>
          <p:cNvSpPr txBox="1"/>
          <p:nvPr/>
        </p:nvSpPr>
        <p:spPr>
          <a:xfrm>
            <a:off x="7435864" y="1256891"/>
            <a:ext cx="1881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*Letra demasiado pequeña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DB17458-2446-4D96-B07F-BD0CD1BF7590}"/>
              </a:ext>
            </a:extLst>
          </p:cNvPr>
          <p:cNvSpPr txBox="1"/>
          <p:nvPr/>
        </p:nvSpPr>
        <p:spPr>
          <a:xfrm>
            <a:off x="7828422" y="360947"/>
            <a:ext cx="2077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*centrar texto del encabezado</a:t>
            </a:r>
          </a:p>
        </p:txBody>
      </p:sp>
    </p:spTree>
    <p:extLst>
      <p:ext uri="{BB962C8B-B14F-4D97-AF65-F5344CB8AC3E}">
        <p14:creationId xmlns:p14="http://schemas.microsoft.com/office/powerpoint/2010/main" val="3645042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BCCCEC-62FF-4C34-8003-8BA802B42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37608" cy="6858000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9337C74-B906-4AE5-B0B4-CFD1BCE4E82B}"/>
              </a:ext>
            </a:extLst>
          </p:cNvPr>
          <p:cNvCxnSpPr>
            <a:cxnSpLocks/>
          </p:cNvCxnSpPr>
          <p:nvPr/>
        </p:nvCxnSpPr>
        <p:spPr>
          <a:xfrm>
            <a:off x="898357" y="465222"/>
            <a:ext cx="2261937" cy="20052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6728F4D-7DCE-41E6-B3BB-4F8302C79525}"/>
              </a:ext>
            </a:extLst>
          </p:cNvPr>
          <p:cNvCxnSpPr>
            <a:cxnSpLocks/>
          </p:cNvCxnSpPr>
          <p:nvPr/>
        </p:nvCxnSpPr>
        <p:spPr>
          <a:xfrm flipH="1">
            <a:off x="910077" y="465222"/>
            <a:ext cx="2261937" cy="20052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0EDBFA7E-4E77-46F9-9610-C458278761ED}"/>
              </a:ext>
            </a:extLst>
          </p:cNvPr>
          <p:cNvSpPr txBox="1"/>
          <p:nvPr/>
        </p:nvSpPr>
        <p:spPr>
          <a:xfrm>
            <a:off x="9363540" y="1178914"/>
            <a:ext cx="2828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*Al dar </a:t>
            </a:r>
            <a:r>
              <a:rPr lang="es-CR" sz="1200" dirty="0" err="1">
                <a:solidFill>
                  <a:srgbClr val="FF0000"/>
                </a:solidFill>
              </a:rPr>
              <a:t>click</a:t>
            </a:r>
            <a:r>
              <a:rPr lang="es-CR" sz="1200" dirty="0">
                <a:solidFill>
                  <a:srgbClr val="FF0000"/>
                </a:solidFill>
              </a:rPr>
              <a:t> no entra al dispositivo.</a:t>
            </a:r>
          </a:p>
          <a:p>
            <a:r>
              <a:rPr lang="es-CR" sz="1200" dirty="0">
                <a:solidFill>
                  <a:srgbClr val="FF0000"/>
                </a:solidFill>
              </a:rPr>
              <a:t>Sólo funciona con “manejar dispositivo?”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8B71089-6B3A-41A3-A46D-30EFDF650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CDCE6155-2D40-4CF2-A076-9C79CB4CDB7B}"/>
              </a:ext>
            </a:extLst>
          </p:cNvPr>
          <p:cNvSpPr/>
          <p:nvPr/>
        </p:nvSpPr>
        <p:spPr>
          <a:xfrm>
            <a:off x="6799320" y="6055895"/>
            <a:ext cx="1756611" cy="3449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8698991-7201-495E-8F42-6A06886B8C56}"/>
              </a:ext>
            </a:extLst>
          </p:cNvPr>
          <p:cNvSpPr txBox="1"/>
          <p:nvPr/>
        </p:nvSpPr>
        <p:spPr>
          <a:xfrm>
            <a:off x="9259251" y="6123801"/>
            <a:ext cx="1657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*Me parece buena idea</a:t>
            </a:r>
          </a:p>
        </p:txBody>
      </p:sp>
    </p:spTree>
    <p:extLst>
      <p:ext uri="{BB962C8B-B14F-4D97-AF65-F5344CB8AC3E}">
        <p14:creationId xmlns:p14="http://schemas.microsoft.com/office/powerpoint/2010/main" val="716990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5008FF2-DC2C-48AD-B0F5-6A19A4B3A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3288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1CEA60F-D181-4710-B911-AC74E2C6A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C3E3ACD-3941-4005-A748-927ED28B9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72" y="3428998"/>
            <a:ext cx="1581627" cy="34290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5D4703F-9941-46A3-B3A1-70CADD8A69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73" y="0"/>
            <a:ext cx="1581627" cy="3429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206CECB9-7C44-4D60-9991-B7E428D75E38}"/>
              </a:ext>
            </a:extLst>
          </p:cNvPr>
          <p:cNvSpPr/>
          <p:nvPr/>
        </p:nvSpPr>
        <p:spPr>
          <a:xfrm>
            <a:off x="6096000" y="1323474"/>
            <a:ext cx="1403684" cy="4411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1C6184-2820-4BC3-BC21-D5044EAE21C1}"/>
              </a:ext>
            </a:extLst>
          </p:cNvPr>
          <p:cNvSpPr txBox="1"/>
          <p:nvPr/>
        </p:nvSpPr>
        <p:spPr>
          <a:xfrm>
            <a:off x="7550780" y="1220887"/>
            <a:ext cx="1708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*Debería decir “nombre del técnico” para evitar confusiones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C0DCBE6-FE20-4E4B-9844-D3953E93F480}"/>
              </a:ext>
            </a:extLst>
          </p:cNvPr>
          <p:cNvSpPr/>
          <p:nvPr/>
        </p:nvSpPr>
        <p:spPr>
          <a:xfrm>
            <a:off x="102441" y="916087"/>
            <a:ext cx="3727997" cy="9511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831DCC3-EBE3-495F-AB78-627B6824DF6C}"/>
              </a:ext>
            </a:extLst>
          </p:cNvPr>
          <p:cNvSpPr txBox="1"/>
          <p:nvPr/>
        </p:nvSpPr>
        <p:spPr>
          <a:xfrm>
            <a:off x="4006206" y="1068486"/>
            <a:ext cx="1708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*Cada motor puede tener un técnico diferente asignado</a:t>
            </a:r>
          </a:p>
        </p:txBody>
      </p:sp>
    </p:spTree>
    <p:extLst>
      <p:ext uri="{BB962C8B-B14F-4D97-AF65-F5344CB8AC3E}">
        <p14:creationId xmlns:p14="http://schemas.microsoft.com/office/powerpoint/2010/main" val="790931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39ED03D-AF0B-4140-A844-64B16DEB2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46956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83A2647-2B56-4E33-B2BD-7C3960014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BC4C015-835B-4173-853B-37CC18F0C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74" y="0"/>
            <a:ext cx="1581626" cy="34289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0C73902-8C4D-46D7-B3D0-CA1AC0A7DD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75" y="3429000"/>
            <a:ext cx="1581626" cy="3429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26F076E9-960B-403C-B0FF-EC3C534DF118}"/>
              </a:ext>
            </a:extLst>
          </p:cNvPr>
          <p:cNvSpPr/>
          <p:nvPr/>
        </p:nvSpPr>
        <p:spPr>
          <a:xfrm>
            <a:off x="102441" y="916087"/>
            <a:ext cx="3727997" cy="9511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063173E-27A2-4918-A232-72E679257225}"/>
              </a:ext>
            </a:extLst>
          </p:cNvPr>
          <p:cNvSpPr txBox="1"/>
          <p:nvPr/>
        </p:nvSpPr>
        <p:spPr>
          <a:xfrm>
            <a:off x="3946955" y="916087"/>
            <a:ext cx="21490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*Aquí se vería el dispositivo encontrado que se va a agregar.</a:t>
            </a:r>
          </a:p>
          <a:p>
            <a:r>
              <a:rPr lang="es-CR" sz="1200" dirty="0">
                <a:solidFill>
                  <a:srgbClr val="FF0000"/>
                </a:solidFill>
              </a:rPr>
              <a:t>Pero esta pantalla quedaría más que todo a criterio de ustedes ya que es funcional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31A7041-A86E-454A-A36D-8769203E11FB}"/>
              </a:ext>
            </a:extLst>
          </p:cNvPr>
          <p:cNvSpPr/>
          <p:nvPr/>
        </p:nvSpPr>
        <p:spPr>
          <a:xfrm>
            <a:off x="375369" y="2326104"/>
            <a:ext cx="1196757" cy="8181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7910D39-FDBB-4F44-BE28-B3C9CA9FC1C6}"/>
              </a:ext>
            </a:extLst>
          </p:cNvPr>
          <p:cNvSpPr txBox="1"/>
          <p:nvPr/>
        </p:nvSpPr>
        <p:spPr>
          <a:xfrm>
            <a:off x="2173282" y="2524671"/>
            <a:ext cx="214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*Si debe existir este mecanismo de escaneo de redes.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62147AB-8AF9-4F00-848B-19D73E9569C4}"/>
              </a:ext>
            </a:extLst>
          </p:cNvPr>
          <p:cNvSpPr txBox="1"/>
          <p:nvPr/>
        </p:nvSpPr>
        <p:spPr>
          <a:xfrm>
            <a:off x="3946954" y="4279920"/>
            <a:ext cx="214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*Los dispositivos en el rango deberían listarse para ser agregados</a:t>
            </a:r>
          </a:p>
        </p:txBody>
      </p:sp>
    </p:spTree>
    <p:extLst>
      <p:ext uri="{BB962C8B-B14F-4D97-AF65-F5344CB8AC3E}">
        <p14:creationId xmlns:p14="http://schemas.microsoft.com/office/powerpoint/2010/main" val="3098691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CA1FB0-B930-4354-A1F8-6CCD500A1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23536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8C62F7D-F663-46F0-BD82-37419EE30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305E755-FDD1-49C8-89C7-862FEDB0B89F}"/>
              </a:ext>
            </a:extLst>
          </p:cNvPr>
          <p:cNvSpPr txBox="1"/>
          <p:nvPr/>
        </p:nvSpPr>
        <p:spPr>
          <a:xfrm>
            <a:off x="9636985" y="611286"/>
            <a:ext cx="1708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Excelente</a:t>
            </a:r>
          </a:p>
        </p:txBody>
      </p:sp>
    </p:spTree>
    <p:extLst>
      <p:ext uri="{BB962C8B-B14F-4D97-AF65-F5344CB8AC3E}">
        <p14:creationId xmlns:p14="http://schemas.microsoft.com/office/powerpoint/2010/main" val="1810575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4A15C1D-0C44-4FA8-89FE-DD3589073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3288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28AF16B-F6EA-4322-80B7-61ED62676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60961F78-D9D5-4731-B54A-B376A2A6B20C}"/>
              </a:ext>
            </a:extLst>
          </p:cNvPr>
          <p:cNvSpPr/>
          <p:nvPr/>
        </p:nvSpPr>
        <p:spPr>
          <a:xfrm>
            <a:off x="102441" y="916087"/>
            <a:ext cx="3727997" cy="9511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96C474B-7B34-4D81-A41D-FFE515492E3F}"/>
              </a:ext>
            </a:extLst>
          </p:cNvPr>
          <p:cNvSpPr txBox="1"/>
          <p:nvPr/>
        </p:nvSpPr>
        <p:spPr>
          <a:xfrm>
            <a:off x="4006206" y="1068486"/>
            <a:ext cx="1708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*aquí vemos el dispositivo que estamos editando, debe existir siempre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8F8B521-4949-40DB-B9EE-AFCBAE667377}"/>
              </a:ext>
            </a:extLst>
          </p:cNvPr>
          <p:cNvSpPr/>
          <p:nvPr/>
        </p:nvSpPr>
        <p:spPr>
          <a:xfrm>
            <a:off x="102441" y="5662863"/>
            <a:ext cx="3727997" cy="3913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2837622-E07A-45DD-AF78-7DA9B12B2DD7}"/>
              </a:ext>
            </a:extLst>
          </p:cNvPr>
          <p:cNvSpPr txBox="1"/>
          <p:nvPr/>
        </p:nvSpPr>
        <p:spPr>
          <a:xfrm>
            <a:off x="4006206" y="5255476"/>
            <a:ext cx="17084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*es importante ver los usuarios asignados a este dispositivo en particular para quitarlos o agregar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47F7E4D-9C8E-41B1-8F55-494A622DD3B9}"/>
              </a:ext>
            </a:extLst>
          </p:cNvPr>
          <p:cNvSpPr/>
          <p:nvPr/>
        </p:nvSpPr>
        <p:spPr>
          <a:xfrm>
            <a:off x="5813627" y="3745831"/>
            <a:ext cx="3727997" cy="17566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2E66CC8-5FBF-4525-965B-C4AA2594FABB}"/>
              </a:ext>
            </a:extLst>
          </p:cNvPr>
          <p:cNvSpPr txBox="1"/>
          <p:nvPr/>
        </p:nvSpPr>
        <p:spPr>
          <a:xfrm>
            <a:off x="9541624" y="4116304"/>
            <a:ext cx="1708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*Estos datos no fueron solicitados y faltan las otras </a:t>
            </a:r>
            <a:r>
              <a:rPr lang="es-CR" sz="1200" dirty="0" err="1">
                <a:solidFill>
                  <a:srgbClr val="FF0000"/>
                </a:solidFill>
              </a:rPr>
              <a:t>caracterísitcas</a:t>
            </a:r>
            <a:endParaRPr lang="es-CR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4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567532-8E7C-4BA6-B404-3EE994C46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22593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622EBB5-4A7D-4BC1-AB1A-AB1DB32375B0}"/>
              </a:ext>
            </a:extLst>
          </p:cNvPr>
          <p:cNvSpPr txBox="1"/>
          <p:nvPr/>
        </p:nvSpPr>
        <p:spPr>
          <a:xfrm>
            <a:off x="3922593" y="216568"/>
            <a:ext cx="2173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*No encuentro como configurar personas.</a:t>
            </a:r>
          </a:p>
          <a:p>
            <a:r>
              <a:rPr lang="es-CR" sz="1200" dirty="0">
                <a:solidFill>
                  <a:srgbClr val="FF0000"/>
                </a:solidFill>
              </a:rPr>
              <a:t>Favor revisar el documento de navegación.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68FE76-A491-4E0A-AA7B-A5E4F72CE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29D4ADEC-02DE-4BF3-B1BB-B37CA0426993}"/>
              </a:ext>
            </a:extLst>
          </p:cNvPr>
          <p:cNvSpPr/>
          <p:nvPr/>
        </p:nvSpPr>
        <p:spPr>
          <a:xfrm>
            <a:off x="8550442" y="2550694"/>
            <a:ext cx="529390" cy="2245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9FE2F37-BD1E-4D0A-9B83-57D230151453}"/>
              </a:ext>
            </a:extLst>
          </p:cNvPr>
          <p:cNvSpPr txBox="1"/>
          <p:nvPr/>
        </p:nvSpPr>
        <p:spPr>
          <a:xfrm>
            <a:off x="9259253" y="2524488"/>
            <a:ext cx="2932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*Editar no funciona, los dispositivos bluetooth se eliminaron para bajar costos, es un requerimiento menos. 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67787B3-FA71-4C00-A646-2D56531544EF}"/>
              </a:ext>
            </a:extLst>
          </p:cNvPr>
          <p:cNvSpPr/>
          <p:nvPr/>
        </p:nvSpPr>
        <p:spPr>
          <a:xfrm>
            <a:off x="6377034" y="2470481"/>
            <a:ext cx="280439" cy="3930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DA9E7F40-9D06-47FC-B2D2-0347999E9D74}"/>
              </a:ext>
            </a:extLst>
          </p:cNvPr>
          <p:cNvSpPr/>
          <p:nvPr/>
        </p:nvSpPr>
        <p:spPr>
          <a:xfrm>
            <a:off x="6252558" y="5813687"/>
            <a:ext cx="2827274" cy="6769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DA0C3A9-6DF1-422E-BE82-8EB722134AC9}"/>
              </a:ext>
            </a:extLst>
          </p:cNvPr>
          <p:cNvSpPr txBox="1"/>
          <p:nvPr/>
        </p:nvSpPr>
        <p:spPr>
          <a:xfrm>
            <a:off x="9259253" y="5828981"/>
            <a:ext cx="2932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*Esta es una buena idea, debería estar en el resto de pantallas que lleven edición de cosas. Usuarios, grupos, dispositivos, </a:t>
            </a:r>
            <a:r>
              <a:rPr lang="es-CR" sz="1200" dirty="0" err="1">
                <a:solidFill>
                  <a:srgbClr val="FF0000"/>
                </a:solidFill>
              </a:rPr>
              <a:t>etc</a:t>
            </a:r>
            <a:endParaRPr lang="es-CR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59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DAF581-4EFD-4842-80B5-D8EE21593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3288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CB137F2-36A0-4308-B12E-7458C6D6890D}"/>
              </a:ext>
            </a:extLst>
          </p:cNvPr>
          <p:cNvSpPr txBox="1"/>
          <p:nvPr/>
        </p:nvSpPr>
        <p:spPr>
          <a:xfrm>
            <a:off x="4156741" y="328863"/>
            <a:ext cx="1869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*No encontré esta pantalla</a:t>
            </a:r>
          </a:p>
        </p:txBody>
      </p:sp>
    </p:spTree>
    <p:extLst>
      <p:ext uri="{BB962C8B-B14F-4D97-AF65-F5344CB8AC3E}">
        <p14:creationId xmlns:p14="http://schemas.microsoft.com/office/powerpoint/2010/main" val="2494843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280104E-E015-49D0-A975-FC94241C4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30086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7903DE4-7652-4455-8134-C6E2ECA1871E}"/>
              </a:ext>
            </a:extLst>
          </p:cNvPr>
          <p:cNvSpPr txBox="1"/>
          <p:nvPr/>
        </p:nvSpPr>
        <p:spPr>
          <a:xfrm>
            <a:off x="4156741" y="328863"/>
            <a:ext cx="1869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*No encontré esta pantalla</a:t>
            </a:r>
          </a:p>
        </p:txBody>
      </p:sp>
    </p:spTree>
    <p:extLst>
      <p:ext uri="{BB962C8B-B14F-4D97-AF65-F5344CB8AC3E}">
        <p14:creationId xmlns:p14="http://schemas.microsoft.com/office/powerpoint/2010/main" val="1483409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A42D4B0-47CB-4A62-9E48-72D46713D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36636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61988E7-3B99-43F5-BBAF-DEEE695A013E}"/>
              </a:ext>
            </a:extLst>
          </p:cNvPr>
          <p:cNvSpPr txBox="1"/>
          <p:nvPr/>
        </p:nvSpPr>
        <p:spPr>
          <a:xfrm>
            <a:off x="4156741" y="328863"/>
            <a:ext cx="1869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*No encontré esta pantalla</a:t>
            </a:r>
          </a:p>
        </p:txBody>
      </p:sp>
    </p:spTree>
    <p:extLst>
      <p:ext uri="{BB962C8B-B14F-4D97-AF65-F5344CB8AC3E}">
        <p14:creationId xmlns:p14="http://schemas.microsoft.com/office/powerpoint/2010/main" val="1970885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4D22D1E-419E-4E13-9BA2-2DBF35048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36636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84C9707-4293-4EA6-8A0A-4EA3DD011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747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2E989F1-58A6-4452-8B33-CFA77754D1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987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487E533-E56B-466A-AB5F-88A3A5CC3163}"/>
              </a:ext>
            </a:extLst>
          </p:cNvPr>
          <p:cNvSpPr txBox="1"/>
          <p:nvPr/>
        </p:nvSpPr>
        <p:spPr>
          <a:xfrm>
            <a:off x="7565688" y="2197768"/>
            <a:ext cx="708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*este 1?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5532A85-2B05-47E9-B9DA-B9AFE2B6BB50}"/>
              </a:ext>
            </a:extLst>
          </p:cNvPr>
          <p:cNvSpPr txBox="1"/>
          <p:nvPr/>
        </p:nvSpPr>
        <p:spPr>
          <a:xfrm>
            <a:off x="7846304" y="3290500"/>
            <a:ext cx="1122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*este número?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E95B295-DBA7-48CB-8FC2-1C17B176BA2E}"/>
              </a:ext>
            </a:extLst>
          </p:cNvPr>
          <p:cNvSpPr txBox="1"/>
          <p:nvPr/>
        </p:nvSpPr>
        <p:spPr>
          <a:xfrm>
            <a:off x="11078682" y="4355431"/>
            <a:ext cx="1113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*más detalles?</a:t>
            </a:r>
          </a:p>
        </p:txBody>
      </p:sp>
    </p:spTree>
    <p:extLst>
      <p:ext uri="{BB962C8B-B14F-4D97-AF65-F5344CB8AC3E}">
        <p14:creationId xmlns:p14="http://schemas.microsoft.com/office/powerpoint/2010/main" val="1630171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1A5FDB1-4FF5-4015-BF2A-9E467D237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43186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0B4D8ED-82F0-4D1B-B881-CBDF826F0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788B025-9AF8-4372-90FE-B49D48F3868D}"/>
              </a:ext>
            </a:extLst>
          </p:cNvPr>
          <p:cNvSpPr/>
          <p:nvPr/>
        </p:nvSpPr>
        <p:spPr>
          <a:xfrm>
            <a:off x="6208295" y="1933074"/>
            <a:ext cx="2943726" cy="29437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DA51DF5-930A-4DAB-BCB9-581F8BC8BF79}"/>
              </a:ext>
            </a:extLst>
          </p:cNvPr>
          <p:cNvSpPr txBox="1"/>
          <p:nvPr/>
        </p:nvSpPr>
        <p:spPr>
          <a:xfrm>
            <a:off x="9371548" y="2874669"/>
            <a:ext cx="239757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b="1" dirty="0" err="1">
                <a:solidFill>
                  <a:srgbClr val="FF0000"/>
                </a:solidFill>
              </a:rPr>
              <a:t>Config</a:t>
            </a:r>
            <a:r>
              <a:rPr lang="es-MX" sz="1200" b="1" dirty="0">
                <a:solidFill>
                  <a:srgbClr val="FF0000"/>
                </a:solidFill>
              </a:rPr>
              <a:t> Notificaciones:</a:t>
            </a:r>
          </a:p>
          <a:p>
            <a:r>
              <a:rPr lang="es-MX" sz="1200" dirty="0">
                <a:solidFill>
                  <a:srgbClr val="FF0000"/>
                </a:solidFill>
              </a:rPr>
              <a:t>Recordatorio falta de conexión</a:t>
            </a:r>
          </a:p>
          <a:p>
            <a:r>
              <a:rPr lang="es-MX" sz="1200" dirty="0">
                <a:solidFill>
                  <a:srgbClr val="FF0000"/>
                </a:solidFill>
              </a:rPr>
              <a:t>Recordatorio puerta abierta</a:t>
            </a:r>
          </a:p>
          <a:p>
            <a:r>
              <a:rPr lang="es-MX" sz="1200" dirty="0">
                <a:solidFill>
                  <a:srgbClr val="FF0000"/>
                </a:solidFill>
              </a:rPr>
              <a:t>Alarma Apertura Forzada</a:t>
            </a:r>
          </a:p>
          <a:p>
            <a:r>
              <a:rPr lang="es-CR" sz="1200" dirty="0">
                <a:solidFill>
                  <a:srgbClr val="FF0000"/>
                </a:solidFill>
              </a:rPr>
              <a:t>Foto celda bloqueada</a:t>
            </a:r>
          </a:p>
          <a:p>
            <a:r>
              <a:rPr lang="es-CR" sz="1200" dirty="0">
                <a:solidFill>
                  <a:srgbClr val="FF0000"/>
                </a:solidFill>
              </a:rPr>
              <a:t>Apertura no permitida</a:t>
            </a:r>
          </a:p>
          <a:p>
            <a:r>
              <a:rPr lang="es-CR" sz="1200" dirty="0">
                <a:solidFill>
                  <a:srgbClr val="FF0000"/>
                </a:solidFill>
              </a:rPr>
              <a:t>Actualización disponible</a:t>
            </a:r>
          </a:p>
          <a:p>
            <a:r>
              <a:rPr lang="es-CR" sz="1200" dirty="0">
                <a:solidFill>
                  <a:srgbClr val="FF0000"/>
                </a:solidFill>
              </a:rPr>
              <a:t>Solicitud de mantenimiento </a:t>
            </a:r>
          </a:p>
          <a:p>
            <a:r>
              <a:rPr lang="es-MX" sz="1200" dirty="0">
                <a:solidFill>
                  <a:srgbClr val="FF0000"/>
                </a:solidFill>
              </a:rPr>
              <a:t>Tiempo recordatorio puerta abierta</a:t>
            </a:r>
          </a:p>
          <a:p>
            <a:r>
              <a:rPr lang="es-CR" sz="1200" dirty="0">
                <a:solidFill>
                  <a:srgbClr val="FF0000"/>
                </a:solidFill>
              </a:rPr>
              <a:t>Tiempo falta de conexión</a:t>
            </a:r>
          </a:p>
          <a:p>
            <a:r>
              <a:rPr lang="es-CR" sz="1200" dirty="0">
                <a:solidFill>
                  <a:srgbClr val="FF0000"/>
                </a:solidFill>
              </a:rPr>
              <a:t>Tiempo foto celda bloqueada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3B0C23F-3FA3-421A-ACB4-DD82574FCCD4}"/>
              </a:ext>
            </a:extLst>
          </p:cNvPr>
          <p:cNvSpPr txBox="1"/>
          <p:nvPr/>
        </p:nvSpPr>
        <p:spPr>
          <a:xfrm>
            <a:off x="9371548" y="1772180"/>
            <a:ext cx="27792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b="1" dirty="0" err="1">
                <a:solidFill>
                  <a:srgbClr val="FF0000"/>
                </a:solidFill>
              </a:rPr>
              <a:t>Config</a:t>
            </a:r>
            <a:r>
              <a:rPr lang="es-MX" sz="1200" b="1" dirty="0">
                <a:solidFill>
                  <a:srgbClr val="FF0000"/>
                </a:solidFill>
              </a:rPr>
              <a:t> Parámetros:</a:t>
            </a:r>
          </a:p>
          <a:p>
            <a:r>
              <a:rPr lang="es-MX" sz="1200" dirty="0">
                <a:solidFill>
                  <a:srgbClr val="FF0000"/>
                </a:solidFill>
              </a:rPr>
              <a:t>Cierre Automático</a:t>
            </a:r>
          </a:p>
          <a:p>
            <a:r>
              <a:rPr lang="es-MX" sz="1200" dirty="0">
                <a:solidFill>
                  <a:srgbClr val="FF0000"/>
                </a:solidFill>
              </a:rPr>
              <a:t>Luz de cortesía</a:t>
            </a:r>
          </a:p>
          <a:p>
            <a:r>
              <a:rPr lang="es-MX" sz="1200" dirty="0">
                <a:solidFill>
                  <a:srgbClr val="FF0000"/>
                </a:solidFill>
              </a:rPr>
              <a:t>Tiempo antes de cerrar automáticamente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7F7FB0E-CE43-4DEB-8AFC-969CB66DF2EB}"/>
              </a:ext>
            </a:extLst>
          </p:cNvPr>
          <p:cNvSpPr txBox="1"/>
          <p:nvPr/>
        </p:nvSpPr>
        <p:spPr>
          <a:xfrm>
            <a:off x="10089275" y="1291389"/>
            <a:ext cx="962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*Dos grupos</a:t>
            </a:r>
          </a:p>
        </p:txBody>
      </p:sp>
    </p:spTree>
    <p:extLst>
      <p:ext uri="{BB962C8B-B14F-4D97-AF65-F5344CB8AC3E}">
        <p14:creationId xmlns:p14="http://schemas.microsoft.com/office/powerpoint/2010/main" val="946838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F6A387-4578-4388-86AA-96C414C79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56287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97C72B6-0CB0-4E49-8985-929D0F727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31F2639-FE43-4971-A997-B158DB54DE4C}"/>
              </a:ext>
            </a:extLst>
          </p:cNvPr>
          <p:cNvSpPr txBox="1"/>
          <p:nvPr/>
        </p:nvSpPr>
        <p:spPr>
          <a:xfrm>
            <a:off x="9277694" y="3127938"/>
            <a:ext cx="216617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200" b="1" dirty="0">
                <a:solidFill>
                  <a:srgbClr val="FF0000"/>
                </a:solidFill>
              </a:rPr>
              <a:t>Faltan: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R" sz="1200" dirty="0">
                <a:solidFill>
                  <a:srgbClr val="FF0000"/>
                </a:solidFill>
              </a:rPr>
              <a:t>Estado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R" sz="1200" dirty="0">
                <a:solidFill>
                  <a:srgbClr val="FF0000"/>
                </a:solidFill>
              </a:rPr>
              <a:t>Tiempo de cierre automático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R" sz="1200" dirty="0">
                <a:solidFill>
                  <a:srgbClr val="FF0000"/>
                </a:solidFill>
              </a:rPr>
              <a:t>Bloqueo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R" sz="1200" dirty="0">
                <a:solidFill>
                  <a:srgbClr val="FF0000"/>
                </a:solidFill>
              </a:rPr>
              <a:t>Lámpara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R" sz="1200" dirty="0">
                <a:solidFill>
                  <a:srgbClr val="FF0000"/>
                </a:solidFill>
              </a:rPr>
              <a:t>Switch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CR" sz="1200" dirty="0">
              <a:solidFill>
                <a:srgbClr val="FF0000"/>
              </a:solidFill>
            </a:endParaRPr>
          </a:p>
          <a:p>
            <a:r>
              <a:rPr lang="es-CR" sz="1200" b="1" dirty="0">
                <a:solidFill>
                  <a:srgbClr val="FF0000"/>
                </a:solidFill>
              </a:rPr>
              <a:t>Sobran: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R" sz="1200" dirty="0">
                <a:solidFill>
                  <a:srgbClr val="FF0000"/>
                </a:solidFill>
              </a:rPr>
              <a:t>Contacto técnico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R" sz="1200" dirty="0">
                <a:solidFill>
                  <a:srgbClr val="FF0000"/>
                </a:solidFill>
              </a:rPr>
              <a:t>Parámetros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R" sz="1200" dirty="0">
                <a:solidFill>
                  <a:srgbClr val="FF0000"/>
                </a:solidFill>
              </a:rPr>
              <a:t>Editar dispositivo</a:t>
            </a:r>
          </a:p>
        </p:txBody>
      </p:sp>
    </p:spTree>
    <p:extLst>
      <p:ext uri="{BB962C8B-B14F-4D97-AF65-F5344CB8AC3E}">
        <p14:creationId xmlns:p14="http://schemas.microsoft.com/office/powerpoint/2010/main" val="1571905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66DE089-6CAC-4517-A575-D0D91F852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3288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FD801C8-FF0D-4CB1-8B65-F4511EBDA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AB40D29-D96D-48B2-A2D6-AF1CE8BAFBCB}"/>
              </a:ext>
            </a:extLst>
          </p:cNvPr>
          <p:cNvSpPr txBox="1"/>
          <p:nvPr/>
        </p:nvSpPr>
        <p:spPr>
          <a:xfrm>
            <a:off x="9636985" y="611286"/>
            <a:ext cx="1708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Excelente</a:t>
            </a:r>
          </a:p>
        </p:txBody>
      </p:sp>
    </p:spTree>
    <p:extLst>
      <p:ext uri="{BB962C8B-B14F-4D97-AF65-F5344CB8AC3E}">
        <p14:creationId xmlns:p14="http://schemas.microsoft.com/office/powerpoint/2010/main" val="440795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5A7E76-F86D-48EF-89E0-AC3EA2D45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10436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9E33C13-11A8-49D0-BB33-1527DEA26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0D1F332-DDBD-4AD3-9A9B-C16198B19ABA}"/>
              </a:ext>
            </a:extLst>
          </p:cNvPr>
          <p:cNvSpPr txBox="1"/>
          <p:nvPr/>
        </p:nvSpPr>
        <p:spPr>
          <a:xfrm>
            <a:off x="9636985" y="611286"/>
            <a:ext cx="1708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Excelente</a:t>
            </a:r>
          </a:p>
        </p:txBody>
      </p:sp>
    </p:spTree>
    <p:extLst>
      <p:ext uri="{BB962C8B-B14F-4D97-AF65-F5344CB8AC3E}">
        <p14:creationId xmlns:p14="http://schemas.microsoft.com/office/powerpoint/2010/main" val="2366811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E5021ED-3FD0-4F1A-B158-6E79AF917380}"/>
              </a:ext>
            </a:extLst>
          </p:cNvPr>
          <p:cNvSpPr txBox="1"/>
          <p:nvPr/>
        </p:nvSpPr>
        <p:spPr>
          <a:xfrm>
            <a:off x="-1" y="2161492"/>
            <a:ext cx="121920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6600" dirty="0"/>
              <a:t>Estas no estaban pero ordenan mejor las cosas, hacerlas así fue un acierto.</a:t>
            </a:r>
          </a:p>
        </p:txBody>
      </p:sp>
    </p:spTree>
    <p:extLst>
      <p:ext uri="{BB962C8B-B14F-4D97-AF65-F5344CB8AC3E}">
        <p14:creationId xmlns:p14="http://schemas.microsoft.com/office/powerpoint/2010/main" val="2967588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4252F66-8E8F-495D-B750-6B6162A55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627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C0079B5-2B4B-4571-9B7A-2991BF45B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105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71237975-C8A1-4D25-B839-F6320B4A3E77}"/>
              </a:ext>
            </a:extLst>
          </p:cNvPr>
          <p:cNvSpPr/>
          <p:nvPr/>
        </p:nvSpPr>
        <p:spPr>
          <a:xfrm>
            <a:off x="1748590" y="2077453"/>
            <a:ext cx="2879558" cy="2494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8F29BC2-0AE8-423E-9B82-A9E9DBDB839D}"/>
              </a:ext>
            </a:extLst>
          </p:cNvPr>
          <p:cNvSpPr txBox="1"/>
          <p:nvPr/>
        </p:nvSpPr>
        <p:spPr>
          <a:xfrm>
            <a:off x="4795111" y="3152001"/>
            <a:ext cx="1708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>
                <a:solidFill>
                  <a:srgbClr val="FF0000"/>
                </a:solidFill>
              </a:rPr>
              <a:t>Opcionales?</a:t>
            </a:r>
          </a:p>
        </p:txBody>
      </p:sp>
    </p:spTree>
    <p:extLst>
      <p:ext uri="{BB962C8B-B14F-4D97-AF65-F5344CB8AC3E}">
        <p14:creationId xmlns:p14="http://schemas.microsoft.com/office/powerpoint/2010/main" val="1938941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0A0A539-A662-4F49-9907-E00A1985D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449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BB63DA3-ABA5-442E-9ACD-AFBB6D120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233" y="0"/>
            <a:ext cx="3163253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37238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6915</TotalTime>
  <Words>340</Words>
  <Application>Microsoft Office PowerPoint</Application>
  <PresentationFormat>Panorámica</PresentationFormat>
  <Paragraphs>62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YEISON ANDRES GRANADOS BOLANOS</dc:creator>
  <cp:lastModifiedBy>YEISON ANDRES GRANADOS BOLANOS</cp:lastModifiedBy>
  <cp:revision>29</cp:revision>
  <dcterms:created xsi:type="dcterms:W3CDTF">2026-01-28T21:43:23Z</dcterms:created>
  <dcterms:modified xsi:type="dcterms:W3CDTF">2026-02-02T20:07:20Z</dcterms:modified>
</cp:coreProperties>
</file>